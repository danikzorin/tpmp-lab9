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754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77" y="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74C45C-49DC-46C7-9CBB-6102B3792AE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6ABC9BF-FD8C-408B-B665-5AB79BCAAAC4}">
      <dgm:prSet phldrT="[Текст]" custT="1"/>
      <dgm:spPr/>
      <dgm:t>
        <a:bodyPr/>
        <a:lstStyle/>
        <a:p>
          <a:r>
            <a:rPr lang="ru-RU" sz="2800" dirty="0"/>
            <a:t>Регистрация и авторизация</a:t>
          </a:r>
        </a:p>
      </dgm:t>
    </dgm:pt>
    <dgm:pt modelId="{60CD9F06-73DA-44D5-A230-872CA7B2CD24}" type="parTrans" cxnId="{E1E412C5-9595-4F5F-908D-A760E7735453}">
      <dgm:prSet/>
      <dgm:spPr/>
      <dgm:t>
        <a:bodyPr/>
        <a:lstStyle/>
        <a:p>
          <a:endParaRPr lang="ru-RU"/>
        </a:p>
      </dgm:t>
    </dgm:pt>
    <dgm:pt modelId="{12A2CCC7-5714-4EC0-A47B-7892A7CB19D2}" type="sibTrans" cxnId="{E1E412C5-9595-4F5F-908D-A760E7735453}">
      <dgm:prSet/>
      <dgm:spPr/>
      <dgm:t>
        <a:bodyPr/>
        <a:lstStyle/>
        <a:p>
          <a:endParaRPr lang="ru-RU"/>
        </a:p>
      </dgm:t>
    </dgm:pt>
    <dgm:pt modelId="{32C56708-E72E-4A0E-A83B-56BD755A73A4}">
      <dgm:prSet phldrT="[Текст]" custT="1"/>
      <dgm:spPr/>
      <dgm:t>
        <a:bodyPr/>
        <a:lstStyle/>
        <a:p>
          <a:r>
            <a:rPr lang="ru-RU" sz="2800" dirty="0"/>
            <a:t>Создание/отмена/перенос талона</a:t>
          </a:r>
        </a:p>
      </dgm:t>
    </dgm:pt>
    <dgm:pt modelId="{2F97AC94-A730-4A5A-A933-151060BE2D8B}" type="parTrans" cxnId="{0BD790DC-3429-4562-9F83-81E9F9099B59}">
      <dgm:prSet/>
      <dgm:spPr/>
      <dgm:t>
        <a:bodyPr/>
        <a:lstStyle/>
        <a:p>
          <a:endParaRPr lang="ru-RU"/>
        </a:p>
      </dgm:t>
    </dgm:pt>
    <dgm:pt modelId="{C29A0FCA-4065-4D65-88DE-5C4C8E9619AD}" type="sibTrans" cxnId="{0BD790DC-3429-4562-9F83-81E9F9099B59}">
      <dgm:prSet/>
      <dgm:spPr/>
      <dgm:t>
        <a:bodyPr/>
        <a:lstStyle/>
        <a:p>
          <a:endParaRPr lang="ru-RU"/>
        </a:p>
      </dgm:t>
    </dgm:pt>
    <dgm:pt modelId="{D7101906-3C10-4305-B853-64A9AD2E673B}">
      <dgm:prSet phldrT="[Текст]" custT="1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sz="2800" dirty="0"/>
            <a:t>Просмотр поликлиник и врачей</a:t>
          </a:r>
        </a:p>
      </dgm:t>
    </dgm:pt>
    <dgm:pt modelId="{8D4422FF-6977-4D7D-ACF2-CA564803DBEA}" type="parTrans" cxnId="{9147427D-50DE-48A0-B09F-EBBEAE727A1B}">
      <dgm:prSet/>
      <dgm:spPr/>
      <dgm:t>
        <a:bodyPr/>
        <a:lstStyle/>
        <a:p>
          <a:endParaRPr lang="ru-RU"/>
        </a:p>
      </dgm:t>
    </dgm:pt>
    <dgm:pt modelId="{E31C7CAB-E830-4E2A-AA93-3684BAC7F819}" type="sibTrans" cxnId="{9147427D-50DE-48A0-B09F-EBBEAE727A1B}">
      <dgm:prSet/>
      <dgm:spPr/>
      <dgm:t>
        <a:bodyPr/>
        <a:lstStyle/>
        <a:p>
          <a:endParaRPr lang="ru-RU"/>
        </a:p>
      </dgm:t>
    </dgm:pt>
    <dgm:pt modelId="{96D5C4CA-FD19-4A41-BE62-069F82BF524A}">
      <dgm:prSet phldrT="[Текст]" custT="1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sz="2800" dirty="0"/>
            <a:t>Выбор даты и времени записи</a:t>
          </a:r>
        </a:p>
      </dgm:t>
    </dgm:pt>
    <dgm:pt modelId="{B2BAACA9-7D96-4AA4-89CD-DF4442C6722D}" type="parTrans" cxnId="{4962CFAC-589A-4A3A-80A5-A662EBF2AE38}">
      <dgm:prSet/>
      <dgm:spPr/>
      <dgm:t>
        <a:bodyPr/>
        <a:lstStyle/>
        <a:p>
          <a:endParaRPr lang="ru-RU"/>
        </a:p>
      </dgm:t>
    </dgm:pt>
    <dgm:pt modelId="{76161692-EAF2-4D6A-996F-B01EE10B0C01}" type="sibTrans" cxnId="{4962CFAC-589A-4A3A-80A5-A662EBF2AE38}">
      <dgm:prSet/>
      <dgm:spPr/>
      <dgm:t>
        <a:bodyPr/>
        <a:lstStyle/>
        <a:p>
          <a:endParaRPr lang="ru-RU"/>
        </a:p>
      </dgm:t>
    </dgm:pt>
    <dgm:pt modelId="{FA26362F-0BC5-4E1D-B53D-04B0F40BB03B}">
      <dgm:prSet phldrT="[Текст]" custT="1"/>
      <dgm:spPr/>
      <dgm:t>
        <a:bodyPr/>
        <a:lstStyle/>
        <a:p>
          <a:r>
            <a:rPr lang="ru-RU" sz="2800" dirty="0"/>
            <a:t>Профиль и смена языка</a:t>
          </a:r>
        </a:p>
      </dgm:t>
    </dgm:pt>
    <dgm:pt modelId="{20F380AF-6315-4AD2-A7CE-7203EB030C5A}" type="parTrans" cxnId="{30F1CCA3-1E04-42BA-9707-1C52B2F19EA5}">
      <dgm:prSet/>
      <dgm:spPr/>
      <dgm:t>
        <a:bodyPr/>
        <a:lstStyle/>
        <a:p>
          <a:endParaRPr lang="ru-RU"/>
        </a:p>
      </dgm:t>
    </dgm:pt>
    <dgm:pt modelId="{07E6DB59-1996-495D-ABD0-71BE3D670AF3}" type="sibTrans" cxnId="{30F1CCA3-1E04-42BA-9707-1C52B2F19EA5}">
      <dgm:prSet/>
      <dgm:spPr/>
      <dgm:t>
        <a:bodyPr/>
        <a:lstStyle/>
        <a:p>
          <a:endParaRPr lang="ru-RU"/>
        </a:p>
      </dgm:t>
    </dgm:pt>
    <dgm:pt modelId="{DA3B9063-1FF8-4AA3-AF2A-6496AF9F9D98}" type="pres">
      <dgm:prSet presAssocID="{2C74C45C-49DC-46C7-9CBB-6102B3792AEC}" presName="linear" presStyleCnt="0">
        <dgm:presLayoutVars>
          <dgm:animLvl val="lvl"/>
          <dgm:resizeHandles val="exact"/>
        </dgm:presLayoutVars>
      </dgm:prSet>
      <dgm:spPr/>
    </dgm:pt>
    <dgm:pt modelId="{8C38C141-BDDE-428C-81B9-CD6417874889}" type="pres">
      <dgm:prSet presAssocID="{E6ABC9BF-FD8C-408B-B665-5AB79BCAAAC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0CE81A6-664C-4266-B3B7-72DC2FB8D2F0}" type="pres">
      <dgm:prSet presAssocID="{12A2CCC7-5714-4EC0-A47B-7892A7CB19D2}" presName="spacer" presStyleCnt="0"/>
      <dgm:spPr/>
    </dgm:pt>
    <dgm:pt modelId="{BF264558-BD82-444E-AE05-A7D97F62770A}" type="pres">
      <dgm:prSet presAssocID="{D7101906-3C10-4305-B853-64A9AD2E673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8B337FB-4362-4BA3-8B96-610CED88EEC3}" type="pres">
      <dgm:prSet presAssocID="{E31C7CAB-E830-4E2A-AA93-3684BAC7F819}" presName="spacer" presStyleCnt="0"/>
      <dgm:spPr/>
    </dgm:pt>
    <dgm:pt modelId="{E443E080-DA1A-4EF3-985F-62B3736C1EB0}" type="pres">
      <dgm:prSet presAssocID="{96D5C4CA-FD19-4A41-BE62-069F82BF524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4B60230-AE02-49CA-B8F7-BC2E45326699}" type="pres">
      <dgm:prSet presAssocID="{76161692-EAF2-4D6A-996F-B01EE10B0C01}" presName="spacer" presStyleCnt="0"/>
      <dgm:spPr/>
    </dgm:pt>
    <dgm:pt modelId="{152F8C89-28C0-4CB6-B39C-A8A072F60778}" type="pres">
      <dgm:prSet presAssocID="{32C56708-E72E-4A0E-A83B-56BD755A73A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67232B3-FAA6-42F8-BE25-AEF916F5B28F}" type="pres">
      <dgm:prSet presAssocID="{C29A0FCA-4065-4D65-88DE-5C4C8E9619AD}" presName="spacer" presStyleCnt="0"/>
      <dgm:spPr/>
    </dgm:pt>
    <dgm:pt modelId="{4D656220-0BEE-4BA8-8C20-8B3BF70F4209}" type="pres">
      <dgm:prSet presAssocID="{FA26362F-0BC5-4E1D-B53D-04B0F40BB03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966755D-6614-4F4D-8991-37277C7DAE8F}" type="presOf" srcId="{96D5C4CA-FD19-4A41-BE62-069F82BF524A}" destId="{E443E080-DA1A-4EF3-985F-62B3736C1EB0}" srcOrd="0" destOrd="0" presId="urn:microsoft.com/office/officeart/2005/8/layout/vList2"/>
    <dgm:cxn modelId="{FAE5C04C-1E22-41F5-838D-57215AB86456}" type="presOf" srcId="{FA26362F-0BC5-4E1D-B53D-04B0F40BB03B}" destId="{4D656220-0BEE-4BA8-8C20-8B3BF70F4209}" srcOrd="0" destOrd="0" presId="urn:microsoft.com/office/officeart/2005/8/layout/vList2"/>
    <dgm:cxn modelId="{9147427D-50DE-48A0-B09F-EBBEAE727A1B}" srcId="{2C74C45C-49DC-46C7-9CBB-6102B3792AEC}" destId="{D7101906-3C10-4305-B853-64A9AD2E673B}" srcOrd="1" destOrd="0" parTransId="{8D4422FF-6977-4D7D-ACF2-CA564803DBEA}" sibTransId="{E31C7CAB-E830-4E2A-AA93-3684BAC7F819}"/>
    <dgm:cxn modelId="{30F1CCA3-1E04-42BA-9707-1C52B2F19EA5}" srcId="{2C74C45C-49DC-46C7-9CBB-6102B3792AEC}" destId="{FA26362F-0BC5-4E1D-B53D-04B0F40BB03B}" srcOrd="4" destOrd="0" parTransId="{20F380AF-6315-4AD2-A7CE-7203EB030C5A}" sibTransId="{07E6DB59-1996-495D-ABD0-71BE3D670AF3}"/>
    <dgm:cxn modelId="{4962CFAC-589A-4A3A-80A5-A662EBF2AE38}" srcId="{2C74C45C-49DC-46C7-9CBB-6102B3792AEC}" destId="{96D5C4CA-FD19-4A41-BE62-069F82BF524A}" srcOrd="2" destOrd="0" parTransId="{B2BAACA9-7D96-4AA4-89CD-DF4442C6722D}" sibTransId="{76161692-EAF2-4D6A-996F-B01EE10B0C01}"/>
    <dgm:cxn modelId="{CB106CB9-7A7F-41C9-ABA0-1C88850A340F}" type="presOf" srcId="{2C74C45C-49DC-46C7-9CBB-6102B3792AEC}" destId="{DA3B9063-1FF8-4AA3-AF2A-6496AF9F9D98}" srcOrd="0" destOrd="0" presId="urn:microsoft.com/office/officeart/2005/8/layout/vList2"/>
    <dgm:cxn modelId="{C80115C4-551A-4F13-AE94-2382502D982E}" type="presOf" srcId="{D7101906-3C10-4305-B853-64A9AD2E673B}" destId="{BF264558-BD82-444E-AE05-A7D97F62770A}" srcOrd="0" destOrd="0" presId="urn:microsoft.com/office/officeart/2005/8/layout/vList2"/>
    <dgm:cxn modelId="{E1E412C5-9595-4F5F-908D-A760E7735453}" srcId="{2C74C45C-49DC-46C7-9CBB-6102B3792AEC}" destId="{E6ABC9BF-FD8C-408B-B665-5AB79BCAAAC4}" srcOrd="0" destOrd="0" parTransId="{60CD9F06-73DA-44D5-A230-872CA7B2CD24}" sibTransId="{12A2CCC7-5714-4EC0-A47B-7892A7CB19D2}"/>
    <dgm:cxn modelId="{6A6CD3CC-C04D-4EB9-8F55-F30E13DDE93F}" type="presOf" srcId="{32C56708-E72E-4A0E-A83B-56BD755A73A4}" destId="{152F8C89-28C0-4CB6-B39C-A8A072F60778}" srcOrd="0" destOrd="0" presId="urn:microsoft.com/office/officeart/2005/8/layout/vList2"/>
    <dgm:cxn modelId="{2CDFC1DB-436A-4796-A159-62E2481EF1DB}" type="presOf" srcId="{E6ABC9BF-FD8C-408B-B665-5AB79BCAAAC4}" destId="{8C38C141-BDDE-428C-81B9-CD6417874889}" srcOrd="0" destOrd="0" presId="urn:microsoft.com/office/officeart/2005/8/layout/vList2"/>
    <dgm:cxn modelId="{0BD790DC-3429-4562-9F83-81E9F9099B59}" srcId="{2C74C45C-49DC-46C7-9CBB-6102B3792AEC}" destId="{32C56708-E72E-4A0E-A83B-56BD755A73A4}" srcOrd="3" destOrd="0" parTransId="{2F97AC94-A730-4A5A-A933-151060BE2D8B}" sibTransId="{C29A0FCA-4065-4D65-88DE-5C4C8E9619AD}"/>
    <dgm:cxn modelId="{E4ECCADB-6039-457B-88BA-3B06400A6E0E}" type="presParOf" srcId="{DA3B9063-1FF8-4AA3-AF2A-6496AF9F9D98}" destId="{8C38C141-BDDE-428C-81B9-CD6417874889}" srcOrd="0" destOrd="0" presId="urn:microsoft.com/office/officeart/2005/8/layout/vList2"/>
    <dgm:cxn modelId="{B99BB12E-C296-4B2E-A082-7DC5BAF116C9}" type="presParOf" srcId="{DA3B9063-1FF8-4AA3-AF2A-6496AF9F9D98}" destId="{80CE81A6-664C-4266-B3B7-72DC2FB8D2F0}" srcOrd="1" destOrd="0" presId="urn:microsoft.com/office/officeart/2005/8/layout/vList2"/>
    <dgm:cxn modelId="{61036219-6D97-402D-A00E-8804168F2C22}" type="presParOf" srcId="{DA3B9063-1FF8-4AA3-AF2A-6496AF9F9D98}" destId="{BF264558-BD82-444E-AE05-A7D97F62770A}" srcOrd="2" destOrd="0" presId="urn:microsoft.com/office/officeart/2005/8/layout/vList2"/>
    <dgm:cxn modelId="{773D378F-6117-4CC3-B3A4-3A2771B4E51A}" type="presParOf" srcId="{DA3B9063-1FF8-4AA3-AF2A-6496AF9F9D98}" destId="{C8B337FB-4362-4BA3-8B96-610CED88EEC3}" srcOrd="3" destOrd="0" presId="urn:microsoft.com/office/officeart/2005/8/layout/vList2"/>
    <dgm:cxn modelId="{B878396E-F263-4670-9F71-D42363AB5E81}" type="presParOf" srcId="{DA3B9063-1FF8-4AA3-AF2A-6496AF9F9D98}" destId="{E443E080-DA1A-4EF3-985F-62B3736C1EB0}" srcOrd="4" destOrd="0" presId="urn:microsoft.com/office/officeart/2005/8/layout/vList2"/>
    <dgm:cxn modelId="{13AC8A78-606D-46DC-A1C8-F8D86E52B4F7}" type="presParOf" srcId="{DA3B9063-1FF8-4AA3-AF2A-6496AF9F9D98}" destId="{14B60230-AE02-49CA-B8F7-BC2E45326699}" srcOrd="5" destOrd="0" presId="urn:microsoft.com/office/officeart/2005/8/layout/vList2"/>
    <dgm:cxn modelId="{ACBA27C1-F128-4C04-8E78-73C9DF42C200}" type="presParOf" srcId="{DA3B9063-1FF8-4AA3-AF2A-6496AF9F9D98}" destId="{152F8C89-28C0-4CB6-B39C-A8A072F60778}" srcOrd="6" destOrd="0" presId="urn:microsoft.com/office/officeart/2005/8/layout/vList2"/>
    <dgm:cxn modelId="{B3744FDF-1B98-4433-B5B2-D08245849198}" type="presParOf" srcId="{DA3B9063-1FF8-4AA3-AF2A-6496AF9F9D98}" destId="{967232B3-FAA6-42F8-BE25-AEF916F5B28F}" srcOrd="7" destOrd="0" presId="urn:microsoft.com/office/officeart/2005/8/layout/vList2"/>
    <dgm:cxn modelId="{956A0336-5F2F-4355-B144-CE525824D9AF}" type="presParOf" srcId="{DA3B9063-1FF8-4AA3-AF2A-6496AF9F9D98}" destId="{4D656220-0BEE-4BA8-8C20-8B3BF70F420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74C45C-49DC-46C7-9CBB-6102B3792AE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6ABC9BF-FD8C-408B-B665-5AB79BCAAAC4}">
      <dgm:prSet phldrT="[Текст]" custT="1"/>
      <dgm:spPr/>
      <dgm:t>
        <a:bodyPr/>
        <a:lstStyle/>
        <a:p>
          <a:pPr algn="ctr"/>
          <a:r>
            <a:rPr lang="ru-RU" sz="2800" dirty="0"/>
            <a:t>Скриншоты</a:t>
          </a:r>
        </a:p>
      </dgm:t>
    </dgm:pt>
    <dgm:pt modelId="{60CD9F06-73DA-44D5-A230-872CA7B2CD24}" type="parTrans" cxnId="{E1E412C5-9595-4F5F-908D-A760E7735453}">
      <dgm:prSet/>
      <dgm:spPr/>
      <dgm:t>
        <a:bodyPr/>
        <a:lstStyle/>
        <a:p>
          <a:endParaRPr lang="ru-RU"/>
        </a:p>
      </dgm:t>
    </dgm:pt>
    <dgm:pt modelId="{12A2CCC7-5714-4EC0-A47B-7892A7CB19D2}" type="sibTrans" cxnId="{E1E412C5-9595-4F5F-908D-A760E7735453}">
      <dgm:prSet/>
      <dgm:spPr/>
      <dgm:t>
        <a:bodyPr/>
        <a:lstStyle/>
        <a:p>
          <a:endParaRPr lang="ru-RU"/>
        </a:p>
      </dgm:t>
    </dgm:pt>
    <dgm:pt modelId="{DA3B9063-1FF8-4AA3-AF2A-6496AF9F9D98}" type="pres">
      <dgm:prSet presAssocID="{2C74C45C-49DC-46C7-9CBB-6102B3792AEC}" presName="linear" presStyleCnt="0">
        <dgm:presLayoutVars>
          <dgm:animLvl val="lvl"/>
          <dgm:resizeHandles val="exact"/>
        </dgm:presLayoutVars>
      </dgm:prSet>
      <dgm:spPr/>
    </dgm:pt>
    <dgm:pt modelId="{8C38C141-BDDE-428C-81B9-CD6417874889}" type="pres">
      <dgm:prSet presAssocID="{E6ABC9BF-FD8C-408B-B665-5AB79BCAAAC4}" presName="parentText" presStyleLbl="node1" presStyleIdx="0" presStyleCnt="1" custLinFactNeighborX="47192" custLinFactNeighborY="-12301">
        <dgm:presLayoutVars>
          <dgm:chMax val="0"/>
          <dgm:bulletEnabled val="1"/>
        </dgm:presLayoutVars>
      </dgm:prSet>
      <dgm:spPr/>
    </dgm:pt>
  </dgm:ptLst>
  <dgm:cxnLst>
    <dgm:cxn modelId="{CB106CB9-7A7F-41C9-ABA0-1C88850A340F}" type="presOf" srcId="{2C74C45C-49DC-46C7-9CBB-6102B3792AEC}" destId="{DA3B9063-1FF8-4AA3-AF2A-6496AF9F9D98}" srcOrd="0" destOrd="0" presId="urn:microsoft.com/office/officeart/2005/8/layout/vList2"/>
    <dgm:cxn modelId="{E1E412C5-9595-4F5F-908D-A760E7735453}" srcId="{2C74C45C-49DC-46C7-9CBB-6102B3792AEC}" destId="{E6ABC9BF-FD8C-408B-B665-5AB79BCAAAC4}" srcOrd="0" destOrd="0" parTransId="{60CD9F06-73DA-44D5-A230-872CA7B2CD24}" sibTransId="{12A2CCC7-5714-4EC0-A47B-7892A7CB19D2}"/>
    <dgm:cxn modelId="{2CDFC1DB-436A-4796-A159-62E2481EF1DB}" type="presOf" srcId="{E6ABC9BF-FD8C-408B-B665-5AB79BCAAAC4}" destId="{8C38C141-BDDE-428C-81B9-CD6417874889}" srcOrd="0" destOrd="0" presId="urn:microsoft.com/office/officeart/2005/8/layout/vList2"/>
    <dgm:cxn modelId="{E4ECCADB-6039-457B-88BA-3B06400A6E0E}" type="presParOf" srcId="{DA3B9063-1FF8-4AA3-AF2A-6496AF9F9D98}" destId="{8C38C141-BDDE-428C-81B9-CD641787488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C74C45C-49DC-46C7-9CBB-6102B3792AE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6ABC9BF-FD8C-408B-B665-5AB79BCAAAC4}">
      <dgm:prSet phldrT="[Текст]" custT="1"/>
      <dgm:spPr/>
      <dgm:t>
        <a:bodyPr/>
        <a:lstStyle/>
        <a:p>
          <a:pPr algn="ctr"/>
          <a:r>
            <a:rPr lang="ru-RU" sz="2800" dirty="0"/>
            <a:t>Скриншоты</a:t>
          </a:r>
        </a:p>
      </dgm:t>
    </dgm:pt>
    <dgm:pt modelId="{60CD9F06-73DA-44D5-A230-872CA7B2CD24}" type="parTrans" cxnId="{E1E412C5-9595-4F5F-908D-A760E7735453}">
      <dgm:prSet/>
      <dgm:spPr/>
      <dgm:t>
        <a:bodyPr/>
        <a:lstStyle/>
        <a:p>
          <a:endParaRPr lang="ru-RU"/>
        </a:p>
      </dgm:t>
    </dgm:pt>
    <dgm:pt modelId="{12A2CCC7-5714-4EC0-A47B-7892A7CB19D2}" type="sibTrans" cxnId="{E1E412C5-9595-4F5F-908D-A760E7735453}">
      <dgm:prSet/>
      <dgm:spPr/>
      <dgm:t>
        <a:bodyPr/>
        <a:lstStyle/>
        <a:p>
          <a:endParaRPr lang="ru-RU"/>
        </a:p>
      </dgm:t>
    </dgm:pt>
    <dgm:pt modelId="{DA3B9063-1FF8-4AA3-AF2A-6496AF9F9D98}" type="pres">
      <dgm:prSet presAssocID="{2C74C45C-49DC-46C7-9CBB-6102B3792AEC}" presName="linear" presStyleCnt="0">
        <dgm:presLayoutVars>
          <dgm:animLvl val="lvl"/>
          <dgm:resizeHandles val="exact"/>
        </dgm:presLayoutVars>
      </dgm:prSet>
      <dgm:spPr/>
    </dgm:pt>
    <dgm:pt modelId="{8C38C141-BDDE-428C-81B9-CD6417874889}" type="pres">
      <dgm:prSet presAssocID="{E6ABC9BF-FD8C-408B-B665-5AB79BCAAAC4}" presName="parentText" presStyleLbl="node1" presStyleIdx="0" presStyleCnt="1" custLinFactNeighborX="47192" custLinFactNeighborY="-12301">
        <dgm:presLayoutVars>
          <dgm:chMax val="0"/>
          <dgm:bulletEnabled val="1"/>
        </dgm:presLayoutVars>
      </dgm:prSet>
      <dgm:spPr/>
    </dgm:pt>
  </dgm:ptLst>
  <dgm:cxnLst>
    <dgm:cxn modelId="{CB106CB9-7A7F-41C9-ABA0-1C88850A340F}" type="presOf" srcId="{2C74C45C-49DC-46C7-9CBB-6102B3792AEC}" destId="{DA3B9063-1FF8-4AA3-AF2A-6496AF9F9D98}" srcOrd="0" destOrd="0" presId="urn:microsoft.com/office/officeart/2005/8/layout/vList2"/>
    <dgm:cxn modelId="{E1E412C5-9595-4F5F-908D-A760E7735453}" srcId="{2C74C45C-49DC-46C7-9CBB-6102B3792AEC}" destId="{E6ABC9BF-FD8C-408B-B665-5AB79BCAAAC4}" srcOrd="0" destOrd="0" parTransId="{60CD9F06-73DA-44D5-A230-872CA7B2CD24}" sibTransId="{12A2CCC7-5714-4EC0-A47B-7892A7CB19D2}"/>
    <dgm:cxn modelId="{2CDFC1DB-436A-4796-A159-62E2481EF1DB}" type="presOf" srcId="{E6ABC9BF-FD8C-408B-B665-5AB79BCAAAC4}" destId="{8C38C141-BDDE-428C-81B9-CD6417874889}" srcOrd="0" destOrd="0" presId="urn:microsoft.com/office/officeart/2005/8/layout/vList2"/>
    <dgm:cxn modelId="{E4ECCADB-6039-457B-88BA-3B06400A6E0E}" type="presParOf" srcId="{DA3B9063-1FF8-4AA3-AF2A-6496AF9F9D98}" destId="{8C38C141-BDDE-428C-81B9-CD641787488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C74C45C-49DC-46C7-9CBB-6102B3792AE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6ABC9BF-FD8C-408B-B665-5AB79BCAAAC4}">
      <dgm:prSet phldrT="[Текст]" custT="1"/>
      <dgm:spPr/>
      <dgm:t>
        <a:bodyPr/>
        <a:lstStyle/>
        <a:p>
          <a:pPr algn="ctr"/>
          <a:r>
            <a:rPr lang="ru-RU" sz="2800" dirty="0"/>
            <a:t>Скриншоты</a:t>
          </a:r>
        </a:p>
      </dgm:t>
    </dgm:pt>
    <dgm:pt modelId="{60CD9F06-73DA-44D5-A230-872CA7B2CD24}" type="parTrans" cxnId="{E1E412C5-9595-4F5F-908D-A760E7735453}">
      <dgm:prSet/>
      <dgm:spPr/>
      <dgm:t>
        <a:bodyPr/>
        <a:lstStyle/>
        <a:p>
          <a:endParaRPr lang="ru-RU"/>
        </a:p>
      </dgm:t>
    </dgm:pt>
    <dgm:pt modelId="{12A2CCC7-5714-4EC0-A47B-7892A7CB19D2}" type="sibTrans" cxnId="{E1E412C5-9595-4F5F-908D-A760E7735453}">
      <dgm:prSet/>
      <dgm:spPr/>
      <dgm:t>
        <a:bodyPr/>
        <a:lstStyle/>
        <a:p>
          <a:endParaRPr lang="ru-RU"/>
        </a:p>
      </dgm:t>
    </dgm:pt>
    <dgm:pt modelId="{DA3B9063-1FF8-4AA3-AF2A-6496AF9F9D98}" type="pres">
      <dgm:prSet presAssocID="{2C74C45C-49DC-46C7-9CBB-6102B3792AEC}" presName="linear" presStyleCnt="0">
        <dgm:presLayoutVars>
          <dgm:animLvl val="lvl"/>
          <dgm:resizeHandles val="exact"/>
        </dgm:presLayoutVars>
      </dgm:prSet>
      <dgm:spPr/>
    </dgm:pt>
    <dgm:pt modelId="{8C38C141-BDDE-428C-81B9-CD6417874889}" type="pres">
      <dgm:prSet presAssocID="{E6ABC9BF-FD8C-408B-B665-5AB79BCAAAC4}" presName="parentText" presStyleLbl="node1" presStyleIdx="0" presStyleCnt="1" custLinFactNeighborX="47192" custLinFactNeighborY="-12301">
        <dgm:presLayoutVars>
          <dgm:chMax val="0"/>
          <dgm:bulletEnabled val="1"/>
        </dgm:presLayoutVars>
      </dgm:prSet>
      <dgm:spPr/>
    </dgm:pt>
  </dgm:ptLst>
  <dgm:cxnLst>
    <dgm:cxn modelId="{CB106CB9-7A7F-41C9-ABA0-1C88850A340F}" type="presOf" srcId="{2C74C45C-49DC-46C7-9CBB-6102B3792AEC}" destId="{DA3B9063-1FF8-4AA3-AF2A-6496AF9F9D98}" srcOrd="0" destOrd="0" presId="urn:microsoft.com/office/officeart/2005/8/layout/vList2"/>
    <dgm:cxn modelId="{E1E412C5-9595-4F5F-908D-A760E7735453}" srcId="{2C74C45C-49DC-46C7-9CBB-6102B3792AEC}" destId="{E6ABC9BF-FD8C-408B-B665-5AB79BCAAAC4}" srcOrd="0" destOrd="0" parTransId="{60CD9F06-73DA-44D5-A230-872CA7B2CD24}" sibTransId="{12A2CCC7-5714-4EC0-A47B-7892A7CB19D2}"/>
    <dgm:cxn modelId="{2CDFC1DB-436A-4796-A159-62E2481EF1DB}" type="presOf" srcId="{E6ABC9BF-FD8C-408B-B665-5AB79BCAAAC4}" destId="{8C38C141-BDDE-428C-81B9-CD6417874889}" srcOrd="0" destOrd="0" presId="urn:microsoft.com/office/officeart/2005/8/layout/vList2"/>
    <dgm:cxn modelId="{E4ECCADB-6039-457B-88BA-3B06400A6E0E}" type="presParOf" srcId="{DA3B9063-1FF8-4AA3-AF2A-6496AF9F9D98}" destId="{8C38C141-BDDE-428C-81B9-CD641787488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C74C45C-49DC-46C7-9CBB-6102B3792AE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6ABC9BF-FD8C-408B-B665-5AB79BCAAAC4}">
      <dgm:prSet phldrT="[Текст]" custT="1"/>
      <dgm:spPr/>
      <dgm:t>
        <a:bodyPr/>
        <a:lstStyle/>
        <a:p>
          <a:r>
            <a:rPr lang="ru-RU" sz="2800" dirty="0"/>
            <a:t>Автоматический запуск тестов при </a:t>
          </a:r>
          <a:r>
            <a:rPr lang="ru-RU" sz="2800" dirty="0" err="1"/>
            <a:t>push</a:t>
          </a:r>
          <a:endParaRPr lang="ru-RU" sz="2800" dirty="0"/>
        </a:p>
      </dgm:t>
    </dgm:pt>
    <dgm:pt modelId="{60CD9F06-73DA-44D5-A230-872CA7B2CD24}" type="parTrans" cxnId="{E1E412C5-9595-4F5F-908D-A760E7735453}">
      <dgm:prSet/>
      <dgm:spPr/>
      <dgm:t>
        <a:bodyPr/>
        <a:lstStyle/>
        <a:p>
          <a:endParaRPr lang="ru-RU"/>
        </a:p>
      </dgm:t>
    </dgm:pt>
    <dgm:pt modelId="{12A2CCC7-5714-4EC0-A47B-7892A7CB19D2}" type="sibTrans" cxnId="{E1E412C5-9595-4F5F-908D-A760E7735453}">
      <dgm:prSet/>
      <dgm:spPr/>
      <dgm:t>
        <a:bodyPr/>
        <a:lstStyle/>
        <a:p>
          <a:endParaRPr lang="ru-RU"/>
        </a:p>
      </dgm:t>
    </dgm:pt>
    <dgm:pt modelId="{D7101906-3C10-4305-B853-64A9AD2E673B}">
      <dgm:prSet phldrT="[Текст]" custT="1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sz="2800" dirty="0"/>
            <a:t>Сборка проекта на </a:t>
          </a:r>
          <a:r>
            <a:rPr lang="en-US" sz="2800" dirty="0"/>
            <a:t>macOS</a:t>
          </a:r>
          <a:endParaRPr lang="ru-RU" sz="2800" dirty="0"/>
        </a:p>
      </dgm:t>
    </dgm:pt>
    <dgm:pt modelId="{8D4422FF-6977-4D7D-ACF2-CA564803DBEA}" type="parTrans" cxnId="{9147427D-50DE-48A0-B09F-EBBEAE727A1B}">
      <dgm:prSet/>
      <dgm:spPr/>
      <dgm:t>
        <a:bodyPr/>
        <a:lstStyle/>
        <a:p>
          <a:endParaRPr lang="ru-RU"/>
        </a:p>
      </dgm:t>
    </dgm:pt>
    <dgm:pt modelId="{E31C7CAB-E830-4E2A-AA93-3684BAC7F819}" type="sibTrans" cxnId="{9147427D-50DE-48A0-B09F-EBBEAE727A1B}">
      <dgm:prSet/>
      <dgm:spPr/>
      <dgm:t>
        <a:bodyPr/>
        <a:lstStyle/>
        <a:p>
          <a:endParaRPr lang="ru-RU"/>
        </a:p>
      </dgm:t>
    </dgm:pt>
    <dgm:pt modelId="{DA3B9063-1FF8-4AA3-AF2A-6496AF9F9D98}" type="pres">
      <dgm:prSet presAssocID="{2C74C45C-49DC-46C7-9CBB-6102B3792AEC}" presName="linear" presStyleCnt="0">
        <dgm:presLayoutVars>
          <dgm:animLvl val="lvl"/>
          <dgm:resizeHandles val="exact"/>
        </dgm:presLayoutVars>
      </dgm:prSet>
      <dgm:spPr/>
    </dgm:pt>
    <dgm:pt modelId="{8C38C141-BDDE-428C-81B9-CD6417874889}" type="pres">
      <dgm:prSet presAssocID="{E6ABC9BF-FD8C-408B-B665-5AB79BCAAAC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0CE81A6-664C-4266-B3B7-72DC2FB8D2F0}" type="pres">
      <dgm:prSet presAssocID="{12A2CCC7-5714-4EC0-A47B-7892A7CB19D2}" presName="spacer" presStyleCnt="0"/>
      <dgm:spPr/>
    </dgm:pt>
    <dgm:pt modelId="{BF264558-BD82-444E-AE05-A7D97F62770A}" type="pres">
      <dgm:prSet presAssocID="{D7101906-3C10-4305-B853-64A9AD2E673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147427D-50DE-48A0-B09F-EBBEAE727A1B}" srcId="{2C74C45C-49DC-46C7-9CBB-6102B3792AEC}" destId="{D7101906-3C10-4305-B853-64A9AD2E673B}" srcOrd="1" destOrd="0" parTransId="{8D4422FF-6977-4D7D-ACF2-CA564803DBEA}" sibTransId="{E31C7CAB-E830-4E2A-AA93-3684BAC7F819}"/>
    <dgm:cxn modelId="{CB106CB9-7A7F-41C9-ABA0-1C88850A340F}" type="presOf" srcId="{2C74C45C-49DC-46C7-9CBB-6102B3792AEC}" destId="{DA3B9063-1FF8-4AA3-AF2A-6496AF9F9D98}" srcOrd="0" destOrd="0" presId="urn:microsoft.com/office/officeart/2005/8/layout/vList2"/>
    <dgm:cxn modelId="{C80115C4-551A-4F13-AE94-2382502D982E}" type="presOf" srcId="{D7101906-3C10-4305-B853-64A9AD2E673B}" destId="{BF264558-BD82-444E-AE05-A7D97F62770A}" srcOrd="0" destOrd="0" presId="urn:microsoft.com/office/officeart/2005/8/layout/vList2"/>
    <dgm:cxn modelId="{E1E412C5-9595-4F5F-908D-A760E7735453}" srcId="{2C74C45C-49DC-46C7-9CBB-6102B3792AEC}" destId="{E6ABC9BF-FD8C-408B-B665-5AB79BCAAAC4}" srcOrd="0" destOrd="0" parTransId="{60CD9F06-73DA-44D5-A230-872CA7B2CD24}" sibTransId="{12A2CCC7-5714-4EC0-A47B-7892A7CB19D2}"/>
    <dgm:cxn modelId="{2CDFC1DB-436A-4796-A159-62E2481EF1DB}" type="presOf" srcId="{E6ABC9BF-FD8C-408B-B665-5AB79BCAAAC4}" destId="{8C38C141-BDDE-428C-81B9-CD6417874889}" srcOrd="0" destOrd="0" presId="urn:microsoft.com/office/officeart/2005/8/layout/vList2"/>
    <dgm:cxn modelId="{E4ECCADB-6039-457B-88BA-3B06400A6E0E}" type="presParOf" srcId="{DA3B9063-1FF8-4AA3-AF2A-6496AF9F9D98}" destId="{8C38C141-BDDE-428C-81B9-CD6417874889}" srcOrd="0" destOrd="0" presId="urn:microsoft.com/office/officeart/2005/8/layout/vList2"/>
    <dgm:cxn modelId="{B99BB12E-C296-4B2E-A082-7DC5BAF116C9}" type="presParOf" srcId="{DA3B9063-1FF8-4AA3-AF2A-6496AF9F9D98}" destId="{80CE81A6-664C-4266-B3B7-72DC2FB8D2F0}" srcOrd="1" destOrd="0" presId="urn:microsoft.com/office/officeart/2005/8/layout/vList2"/>
    <dgm:cxn modelId="{61036219-6D97-402D-A00E-8804168F2C22}" type="presParOf" srcId="{DA3B9063-1FF8-4AA3-AF2A-6496AF9F9D98}" destId="{BF264558-BD82-444E-AE05-A7D97F62770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38C141-BDDE-428C-81B9-CD6417874889}">
      <dsp:nvSpPr>
        <dsp:cNvPr id="0" name=""/>
        <dsp:cNvSpPr/>
      </dsp:nvSpPr>
      <dsp:spPr>
        <a:xfrm>
          <a:off x="0" y="3113"/>
          <a:ext cx="6281738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Регистрация и авторизация</a:t>
          </a:r>
        </a:p>
      </dsp:txBody>
      <dsp:txXfrm>
        <a:off x="36553" y="39666"/>
        <a:ext cx="6208632" cy="675694"/>
      </dsp:txXfrm>
    </dsp:sp>
    <dsp:sp modelId="{BF264558-BD82-444E-AE05-A7D97F62770A}">
      <dsp:nvSpPr>
        <dsp:cNvPr id="0" name=""/>
        <dsp:cNvSpPr/>
      </dsp:nvSpPr>
      <dsp:spPr>
        <a:xfrm>
          <a:off x="0" y="867113"/>
          <a:ext cx="6281738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sz="2800" kern="1200" dirty="0"/>
            <a:t>Просмотр поликлиник и врачей</a:t>
          </a:r>
        </a:p>
      </dsp:txBody>
      <dsp:txXfrm>
        <a:off x="36553" y="903666"/>
        <a:ext cx="6208632" cy="675694"/>
      </dsp:txXfrm>
    </dsp:sp>
    <dsp:sp modelId="{E443E080-DA1A-4EF3-985F-62B3736C1EB0}">
      <dsp:nvSpPr>
        <dsp:cNvPr id="0" name=""/>
        <dsp:cNvSpPr/>
      </dsp:nvSpPr>
      <dsp:spPr>
        <a:xfrm>
          <a:off x="0" y="1731113"/>
          <a:ext cx="6281738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sz="2800" kern="1200" dirty="0"/>
            <a:t>Выбор даты и времени записи</a:t>
          </a:r>
        </a:p>
      </dsp:txBody>
      <dsp:txXfrm>
        <a:off x="36553" y="1767666"/>
        <a:ext cx="6208632" cy="675694"/>
      </dsp:txXfrm>
    </dsp:sp>
    <dsp:sp modelId="{152F8C89-28C0-4CB6-B39C-A8A072F60778}">
      <dsp:nvSpPr>
        <dsp:cNvPr id="0" name=""/>
        <dsp:cNvSpPr/>
      </dsp:nvSpPr>
      <dsp:spPr>
        <a:xfrm>
          <a:off x="0" y="2595113"/>
          <a:ext cx="6281738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Создание/отмена/перенос талона</a:t>
          </a:r>
        </a:p>
      </dsp:txBody>
      <dsp:txXfrm>
        <a:off x="36553" y="2631666"/>
        <a:ext cx="6208632" cy="675694"/>
      </dsp:txXfrm>
    </dsp:sp>
    <dsp:sp modelId="{4D656220-0BEE-4BA8-8C20-8B3BF70F4209}">
      <dsp:nvSpPr>
        <dsp:cNvPr id="0" name=""/>
        <dsp:cNvSpPr/>
      </dsp:nvSpPr>
      <dsp:spPr>
        <a:xfrm>
          <a:off x="0" y="3459113"/>
          <a:ext cx="6281738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Профиль и смена языка</a:t>
          </a:r>
        </a:p>
      </dsp:txBody>
      <dsp:txXfrm>
        <a:off x="36553" y="3495666"/>
        <a:ext cx="6208632" cy="6756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38C141-BDDE-428C-81B9-CD6417874889}">
      <dsp:nvSpPr>
        <dsp:cNvPr id="0" name=""/>
        <dsp:cNvSpPr/>
      </dsp:nvSpPr>
      <dsp:spPr>
        <a:xfrm>
          <a:off x="0" y="0"/>
          <a:ext cx="6283325" cy="692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Скриншоты</a:t>
          </a:r>
        </a:p>
      </dsp:txBody>
      <dsp:txXfrm>
        <a:off x="33812" y="33812"/>
        <a:ext cx="6215701" cy="6250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38C141-BDDE-428C-81B9-CD6417874889}">
      <dsp:nvSpPr>
        <dsp:cNvPr id="0" name=""/>
        <dsp:cNvSpPr/>
      </dsp:nvSpPr>
      <dsp:spPr>
        <a:xfrm>
          <a:off x="0" y="0"/>
          <a:ext cx="6283325" cy="692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Скриншоты</a:t>
          </a:r>
        </a:p>
      </dsp:txBody>
      <dsp:txXfrm>
        <a:off x="33812" y="33812"/>
        <a:ext cx="6215701" cy="6250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38C141-BDDE-428C-81B9-CD6417874889}">
      <dsp:nvSpPr>
        <dsp:cNvPr id="0" name=""/>
        <dsp:cNvSpPr/>
      </dsp:nvSpPr>
      <dsp:spPr>
        <a:xfrm>
          <a:off x="0" y="0"/>
          <a:ext cx="6283325" cy="692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Скриншоты</a:t>
          </a:r>
        </a:p>
      </dsp:txBody>
      <dsp:txXfrm>
        <a:off x="33812" y="33812"/>
        <a:ext cx="6215701" cy="6250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38C141-BDDE-428C-81B9-CD6417874889}">
      <dsp:nvSpPr>
        <dsp:cNvPr id="0" name=""/>
        <dsp:cNvSpPr/>
      </dsp:nvSpPr>
      <dsp:spPr>
        <a:xfrm>
          <a:off x="0" y="18620"/>
          <a:ext cx="6281738" cy="1123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Автоматический запуск тестов при </a:t>
          </a:r>
          <a:r>
            <a:rPr lang="ru-RU" sz="2800" kern="1200" dirty="0" err="1"/>
            <a:t>push</a:t>
          </a:r>
          <a:endParaRPr lang="ru-RU" sz="2800" kern="1200" dirty="0"/>
        </a:p>
      </dsp:txBody>
      <dsp:txXfrm>
        <a:off x="54830" y="73450"/>
        <a:ext cx="6172078" cy="1013540"/>
      </dsp:txXfrm>
    </dsp:sp>
    <dsp:sp modelId="{BF264558-BD82-444E-AE05-A7D97F62770A}">
      <dsp:nvSpPr>
        <dsp:cNvPr id="0" name=""/>
        <dsp:cNvSpPr/>
      </dsp:nvSpPr>
      <dsp:spPr>
        <a:xfrm>
          <a:off x="0" y="1314620"/>
          <a:ext cx="6281738" cy="1123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sz="2800" kern="1200" dirty="0"/>
            <a:t>Сборка проекта на </a:t>
          </a:r>
          <a:r>
            <a:rPr lang="en-US" sz="2800" kern="1200" dirty="0"/>
            <a:t>macOS</a:t>
          </a:r>
          <a:endParaRPr lang="ru-RU" sz="2800" kern="1200" dirty="0"/>
        </a:p>
      </dsp:txBody>
      <dsp:txXfrm>
        <a:off x="54830" y="1369450"/>
        <a:ext cx="6172078" cy="10135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3D64E3E8-2947-43DF-8CAF-4EF82EDBA7B2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D34E43F0-303B-4739-80F6-471C309255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5323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E3E8-2947-43DF-8CAF-4EF82EDBA7B2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43F0-303B-4739-80F6-471C309255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3723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D64E3E8-2947-43DF-8CAF-4EF82EDBA7B2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D34E43F0-303B-4739-80F6-471C309255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391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D64E3E8-2947-43DF-8CAF-4EF82EDBA7B2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D34E43F0-303B-4739-80F6-471C309255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1688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D64E3E8-2947-43DF-8CAF-4EF82EDBA7B2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D34E43F0-303B-4739-80F6-471C309255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5835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E3E8-2947-43DF-8CAF-4EF82EDBA7B2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43F0-303B-4739-80F6-471C309255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426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D64E3E8-2947-43DF-8CAF-4EF82EDBA7B2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D34E43F0-303B-4739-80F6-471C309255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6901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E3E8-2947-43DF-8CAF-4EF82EDBA7B2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43F0-303B-4739-80F6-471C309255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504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D64E3E8-2947-43DF-8CAF-4EF82EDBA7B2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D34E43F0-303B-4739-80F6-471C309255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189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E3E8-2947-43DF-8CAF-4EF82EDBA7B2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43F0-303B-4739-80F6-471C309255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0843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D64E3E8-2947-43DF-8CAF-4EF82EDBA7B2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D34E43F0-303B-4739-80F6-471C309255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6485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64E3E8-2947-43DF-8CAF-4EF82EDBA7B2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E43F0-303B-4739-80F6-471C309255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8688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image" Target="../media/image4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10" Type="http://schemas.openxmlformats.org/officeDocument/2006/relationships/image" Target="../media/image8.png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9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10" Type="http://schemas.openxmlformats.org/officeDocument/2006/relationships/image" Target="../media/image12.png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ABB8ED-C4BF-42EB-81FF-320AE2A4F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2749" y="1770704"/>
            <a:ext cx="8679915" cy="1957234"/>
          </a:xfrm>
        </p:spPr>
        <p:txBody>
          <a:bodyPr/>
          <a:lstStyle/>
          <a:p>
            <a:r>
              <a:rPr lang="ru-RU" dirty="0"/>
              <a:t>Групповой проект «Поликлиника»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01396A2-7E4C-4F50-BB72-2E8B2AC6D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9237" y="3806092"/>
            <a:ext cx="8673427" cy="1422762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dirty="0"/>
              <a:t>Группа: 10</a:t>
            </a:r>
          </a:p>
          <a:p>
            <a:pPr algn="l">
              <a:spcBef>
                <a:spcPts val="0"/>
              </a:spcBef>
            </a:pPr>
            <a:r>
              <a:rPr lang="ru-RU" dirty="0"/>
              <a:t>Участники:</a:t>
            </a:r>
          </a:p>
          <a:p>
            <a:pPr algn="l">
              <a:spcBef>
                <a:spcPts val="0"/>
              </a:spcBef>
            </a:pPr>
            <a:r>
              <a:rPr lang="ru-RU" dirty="0"/>
              <a:t>Зорин Даниил</a:t>
            </a:r>
          </a:p>
          <a:p>
            <a:pPr algn="l">
              <a:spcBef>
                <a:spcPts val="0"/>
              </a:spcBef>
            </a:pPr>
            <a:r>
              <a:rPr lang="ru-RU" dirty="0"/>
              <a:t>Петров Егор</a:t>
            </a:r>
          </a:p>
          <a:p>
            <a:pPr algn="l">
              <a:spcBef>
                <a:spcPts val="0"/>
              </a:spcBef>
            </a:pPr>
            <a:r>
              <a:rPr lang="ru-RU" dirty="0" err="1"/>
              <a:t>Свибович</a:t>
            </a:r>
            <a:r>
              <a:rPr lang="ru-RU" dirty="0"/>
              <a:t> Никита</a:t>
            </a:r>
          </a:p>
        </p:txBody>
      </p:sp>
    </p:spTree>
    <p:extLst>
      <p:ext uri="{BB962C8B-B14F-4D97-AF65-F5344CB8AC3E}">
        <p14:creationId xmlns:p14="http://schemas.microsoft.com/office/powerpoint/2010/main" val="1482179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ACE5DF-A3F4-4159-9C6F-282B978C5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Распределение ролей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391254F8-384E-44A3-9AFF-B53E509B8B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6190155"/>
              </p:ext>
            </p:extLst>
          </p:nvPr>
        </p:nvGraphicFramePr>
        <p:xfrm>
          <a:off x="4982308" y="1632055"/>
          <a:ext cx="6658707" cy="3312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5477">
                  <a:extLst>
                    <a:ext uri="{9D8B030D-6E8A-4147-A177-3AD203B41FA5}">
                      <a16:colId xmlns:a16="http://schemas.microsoft.com/office/drawing/2014/main" val="910736860"/>
                    </a:ext>
                  </a:extLst>
                </a:gridCol>
                <a:gridCol w="1852246">
                  <a:extLst>
                    <a:ext uri="{9D8B030D-6E8A-4147-A177-3AD203B41FA5}">
                      <a16:colId xmlns:a16="http://schemas.microsoft.com/office/drawing/2014/main" val="259903048"/>
                    </a:ext>
                  </a:extLst>
                </a:gridCol>
                <a:gridCol w="3090984">
                  <a:extLst>
                    <a:ext uri="{9D8B030D-6E8A-4147-A177-3AD203B41FA5}">
                      <a16:colId xmlns:a16="http://schemas.microsoft.com/office/drawing/2014/main" val="3439586374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Роль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Участник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Задачи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1496493"/>
                  </a:ext>
                </a:extLst>
              </a:tr>
              <a:tr h="461108"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Тимлид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Зорин Даниил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Kanban, GitHub Actions</a:t>
                      </a:r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5312243"/>
                  </a:ext>
                </a:extLst>
              </a:tr>
              <a:tr h="747381"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Разработчик, Проектировщик </a:t>
                      </a:r>
                      <a:r>
                        <a:rPr lang="en-US" sz="1600" dirty="0"/>
                        <a:t>UML-</a:t>
                      </a:r>
                      <a:r>
                        <a:rPr lang="ru-RU" sz="1600" dirty="0"/>
                        <a:t>диаграмм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Зорин Даниил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/>
                        <a:t>SwiftUI</a:t>
                      </a:r>
                      <a:r>
                        <a:rPr lang="en-US" sz="1600" dirty="0"/>
                        <a:t>, SQLite, </a:t>
                      </a:r>
                      <a:r>
                        <a:rPr lang="ru-RU" sz="1600" dirty="0"/>
                        <a:t>локализация, </a:t>
                      </a:r>
                      <a:r>
                        <a:rPr lang="en-US" sz="1600" dirty="0"/>
                        <a:t>UML-</a:t>
                      </a:r>
                      <a:r>
                        <a:rPr lang="ru-RU" sz="1600" dirty="0"/>
                        <a:t>диаграмма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5826317"/>
                  </a:ext>
                </a:extLst>
              </a:tr>
              <a:tr h="638517"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Дизайнер, Документация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Петров Егор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Figma, Wiki, README</a:t>
                      </a:r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9723517"/>
                  </a:ext>
                </a:extLst>
              </a:tr>
              <a:tr h="747381"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Тестировщик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 err="1"/>
                        <a:t>Свибович</a:t>
                      </a:r>
                      <a:r>
                        <a:rPr lang="ru-RU" sz="1600" dirty="0"/>
                        <a:t> Никита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UI-</a:t>
                      </a:r>
                      <a:r>
                        <a:rPr lang="ru-RU" sz="1600" dirty="0"/>
                        <a:t>тесты, </a:t>
                      </a:r>
                      <a:r>
                        <a:rPr lang="en-US" sz="1600" dirty="0"/>
                        <a:t>Unit-</a:t>
                      </a:r>
                      <a:r>
                        <a:rPr lang="ru-RU" sz="1600" dirty="0"/>
                        <a:t>тесты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5347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87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38993A-F6F2-4B7E-82BD-6DAF8211C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465" y="2373372"/>
            <a:ext cx="3554415" cy="2456442"/>
          </a:xfrm>
        </p:spPr>
        <p:txBody>
          <a:bodyPr>
            <a:normAutofit/>
          </a:bodyPr>
          <a:lstStyle/>
          <a:p>
            <a:r>
              <a:rPr lang="ru-RU" sz="3600" dirty="0"/>
              <a:t>Функциональные требования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1C0FA45-624B-4922-839E-17A6BF5A02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3248525"/>
              </p:ext>
            </p:extLst>
          </p:nvPr>
        </p:nvGraphicFramePr>
        <p:xfrm>
          <a:off x="5153269" y="1323486"/>
          <a:ext cx="6281738" cy="4211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3969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1C0FA45-624B-4922-839E-17A6BF5A022E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102692949"/>
              </p:ext>
            </p:extLst>
          </p:nvPr>
        </p:nvGraphicFramePr>
        <p:xfrm>
          <a:off x="2910966" y="185167"/>
          <a:ext cx="6283325" cy="6937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A09D1B0-4B7B-47AE-802D-2F4EC0618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819" y="1120518"/>
            <a:ext cx="2533513" cy="507387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E846DAA-1823-49E0-A79F-A58B7F4BC1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3525" y="1120518"/>
            <a:ext cx="2461859" cy="500623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CEBEF2C-DF8F-401A-95B5-5613D6CF95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4351" y="1154335"/>
            <a:ext cx="2510014" cy="500623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D773D34-6973-48D0-ABCF-FFCC39C955A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48729" y="1154335"/>
            <a:ext cx="2492704" cy="5006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502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1C0FA45-624B-4922-839E-17A6BF5A022E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2910966" y="185167"/>
          <a:ext cx="6283325" cy="6937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B213D8EE-DA2A-4D50-8C24-3DC9E71CDD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184" y="1075444"/>
            <a:ext cx="2531285" cy="4972167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5F67E043-3ED4-4958-AF7E-1F507581E1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2113" y="1160362"/>
            <a:ext cx="2431601" cy="5006238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8492CF30-5486-4AD4-9304-3B5D132EF9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3828" y="1160362"/>
            <a:ext cx="2438236" cy="5006238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E7290811-D7B7-41C1-9CE1-95AD8AFC502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9993" y="1160362"/>
            <a:ext cx="2479409" cy="5006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63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1C0FA45-624B-4922-839E-17A6BF5A022E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2910966" y="185167"/>
          <a:ext cx="6283325" cy="6937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DAB83FD-6E7D-482D-B990-1EC1E8287E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397" y="1167850"/>
            <a:ext cx="2607416" cy="5006238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5562AAD0-AFE5-4497-BF60-592320704E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6731" y="1167850"/>
            <a:ext cx="2429269" cy="5026771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43BA3297-7928-4A02-B421-5875EEB136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4321" y="1167850"/>
            <a:ext cx="2549970" cy="5006238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550B89D0-7D4D-46AC-94F8-D3425AEC2B2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78428" y="1167850"/>
            <a:ext cx="2386462" cy="5006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83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2A750A-FE9A-455D-B684-62F048DC9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GitHub Actions CI/CD</a:t>
            </a:r>
            <a:endParaRPr lang="ru-RU" sz="3600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3499F893-FB18-4840-A9DF-78C5084AEE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8919903"/>
              </p:ext>
            </p:extLst>
          </p:nvPr>
        </p:nvGraphicFramePr>
        <p:xfrm>
          <a:off x="5223607" y="2200779"/>
          <a:ext cx="6281738" cy="24564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7914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ACE5DF-A3F4-4159-9C6F-282B978C5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План тестирования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391254F8-384E-44A3-9AFF-B53E509B8B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7506323"/>
              </p:ext>
            </p:extLst>
          </p:nvPr>
        </p:nvGraphicFramePr>
        <p:xfrm>
          <a:off x="5265985" y="2414766"/>
          <a:ext cx="6037384" cy="2028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2970">
                  <a:extLst>
                    <a:ext uri="{9D8B030D-6E8A-4147-A177-3AD203B41FA5}">
                      <a16:colId xmlns:a16="http://schemas.microsoft.com/office/drawing/2014/main" val="910736860"/>
                    </a:ext>
                  </a:extLst>
                </a:gridCol>
                <a:gridCol w="3134414">
                  <a:extLst>
                    <a:ext uri="{9D8B030D-6E8A-4147-A177-3AD203B41FA5}">
                      <a16:colId xmlns:a16="http://schemas.microsoft.com/office/drawing/2014/main" val="25990304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Тип тестов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Количество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1496493"/>
                  </a:ext>
                </a:extLst>
              </a:tr>
              <a:tr h="63851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UI-</a:t>
                      </a:r>
                      <a:r>
                        <a:rPr lang="ru-RU" sz="2000" dirty="0"/>
                        <a:t>тесты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10+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9723517"/>
                  </a:ext>
                </a:extLst>
              </a:tr>
              <a:tr h="74738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Unit-</a:t>
                      </a:r>
                      <a:r>
                        <a:rPr lang="ru-RU" sz="2000" dirty="0"/>
                        <a:t>тесты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10</a:t>
                      </a:r>
                      <a:r>
                        <a:rPr lang="en-US" sz="2000" dirty="0"/>
                        <a:t>+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5347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9174437"/>
      </p:ext>
    </p:extLst>
  </p:cSld>
  <p:clrMapOvr>
    <a:masterClrMapping/>
  </p:clrMapOvr>
</p:sld>
</file>

<file path=ppt/theme/theme1.xml><?xml version="1.0" encoding="utf-8"?>
<a:theme xmlns:a="http://schemas.openxmlformats.org/drawingml/2006/main" name="Атлас">
  <a:themeElements>
    <a:clrScheme name="Атлас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Атлас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тлас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Атлас</Template>
  <TotalTime>1025</TotalTime>
  <Words>115</Words>
  <Application>Microsoft Office PowerPoint</Application>
  <PresentationFormat>Широкоэкранный</PresentationFormat>
  <Paragraphs>41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Calibri Light</vt:lpstr>
      <vt:lpstr>Rockwell</vt:lpstr>
      <vt:lpstr>Wingdings</vt:lpstr>
      <vt:lpstr>Атлас</vt:lpstr>
      <vt:lpstr>Групповой проект «Поликлиника»</vt:lpstr>
      <vt:lpstr>Распределение ролей</vt:lpstr>
      <vt:lpstr>Функциональные требования</vt:lpstr>
      <vt:lpstr>Презентация PowerPoint</vt:lpstr>
      <vt:lpstr>Презентация PowerPoint</vt:lpstr>
      <vt:lpstr>Презентация PowerPoint</vt:lpstr>
      <vt:lpstr>GitHub Actions CI/CD</vt:lpstr>
      <vt:lpstr>План тестирования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Групповой проект «Поликлиника»</dc:title>
  <dc:creator>Егор Петров</dc:creator>
  <cp:lastModifiedBy>Егор Петров</cp:lastModifiedBy>
  <cp:revision>11</cp:revision>
  <dcterms:created xsi:type="dcterms:W3CDTF">2026-06-11T18:44:42Z</dcterms:created>
  <dcterms:modified xsi:type="dcterms:W3CDTF">2026-06-12T11:50:46Z</dcterms:modified>
</cp:coreProperties>
</file>